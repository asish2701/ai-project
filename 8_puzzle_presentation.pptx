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8-Puzzle Intelligent Solver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Comparison of BFS, DFS, and A* (Misplaced &amp; Manhattan)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8-puzzle problem</a:t>
            </a:r>
          </a:p>
          <a:p>
            <a:pPr lvl="1"/>
            <a:r>
              <a:t>- A sliding-tile puzzle on a 3x3 board</a:t>
            </a:r>
          </a:p>
          <a:p>
            <a:pPr lvl="1"/>
            <a:r>
              <a:t>- Objective: reach the goal configuration by sliding tiles</a:t>
            </a:r>
          </a:p>
          <a:p>
            <a:pPr lvl="1"/>
            <a:r>
              <a:t>- Search problem: state space, moves, path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Development environment</a:t>
            </a:r>
          </a:p>
          <a:p>
            <a:pPr lvl="1"/>
            <a:r>
              <a:t>- SWI-Prolog for implementation and execution</a:t>
            </a:r>
          </a:p>
          <a:p>
            <a:pPr lvl="1"/>
            <a:r>
              <a:t>- Python (python-pptx) to auto-generate presentation</a:t>
            </a:r>
          </a:p>
          <a:p>
            <a:pPr lvl="1"/>
            <a:r>
              <a:t>- VS Code for editing and running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</a:t>
            </a:r>
          </a:p>
          <a:p>
            <a:pPr lvl="1"/>
            <a:r>
              <a:t>- State representation: list of 9 integers (0 = blank)</a:t>
            </a:r>
          </a:p>
          <a:p>
            <a:pPr lvl="1"/>
            <a:r>
              <a:t>- Move generation: up/down/left/right swaps</a:t>
            </a:r>
          </a:p>
          <a:p>
            <a:pPr lvl="1"/>
            <a:r>
              <a:t>- Algorithms implemented: BFS, DFS, A*</a:t>
            </a:r>
          </a:p>
          <a:p>
            <a:pPr lvl="1"/>
            <a:r>
              <a:t>- Heuristics: Misplaced tiles, Manhattan distance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run (start: [1,2,3,4,5,6,0,7,8])</a:t>
            </a:r>
          </a:p>
          <a:p>
            <a:pPr lvl="1"/>
            <a:r>
              <a:t>- A* (Manhattan): moves = 2, expanded = 6</a:t>
            </a:r>
          </a:p>
          <a:p>
            <a:pPr lvl="1"/>
            <a:r>
              <a:t>- BFS: moves = 2, expanded = (depends on ordering)</a:t>
            </a:r>
          </a:p>
          <a:p>
            <a:pPr lvl="1"/>
            <a:r>
              <a:t>- DFS: may find a solution but not guaranteed shortest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Possible extensions</a:t>
            </a:r>
          </a:p>
          <a:p>
            <a:pPr lvl="1"/>
            <a:r>
              <a:t>- Add more heuristics (linear conflict, pattern DB)</a:t>
            </a:r>
          </a:p>
          <a:p>
            <a:pPr lvl="1"/>
            <a:r>
              <a:t>- Optimize performance and memory usage</a:t>
            </a:r>
          </a:p>
          <a:p>
            <a:pPr lvl="1"/>
            <a:r>
              <a:t>- Visualize solution steps and interactive UI</a:t>
            </a:r>
          </a:p>
          <a:p>
            <a:pPr lvl="1"/>
            <a:r>
              <a:t>- Benchmark against randomized test 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